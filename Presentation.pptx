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9935" y="938530"/>
            <a:ext cx="10692765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6925" y="1063625"/>
            <a:ext cx="1059878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5520" y="1055370"/>
            <a:ext cx="10189845" cy="4747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5675" y="989330"/>
            <a:ext cx="10473055" cy="4879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7255" y="960755"/>
            <a:ext cx="10403205" cy="4846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1540" y="1107440"/>
            <a:ext cx="10408920" cy="4849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4405" y="1033780"/>
            <a:ext cx="10283825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3770" y="1092835"/>
            <a:ext cx="10283825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7545" y="1108075"/>
            <a:ext cx="10659745" cy="4966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4540" y="843915"/>
            <a:ext cx="10662920" cy="49676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WPS_1709819634</cp:lastModifiedBy>
  <cp:revision>3</cp:revision>
  <dcterms:created xsi:type="dcterms:W3CDTF">2025-07-23T00:59:00Z</dcterms:created>
  <dcterms:modified xsi:type="dcterms:W3CDTF">2026-02-11T00:11:41Z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04C45F0647D14347ABB4C2E070C4EF54_11</vt:lpwstr>
  </property>
  <property fmtid="{D5CDD505-2E9C-101B-9397-08002B2CF9AE}" pid="3" name="KSOProductBuildVer">
    <vt:lpwstr>1033-12.2.0.23196</vt:lpwstr>
  </property>
</Properties>
</file>